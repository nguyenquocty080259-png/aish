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Passive Voice in Academic Writing</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 KIẾN THỨC TRỌNG TÂM — The passive voice is formed with a form of 'to be' plus the past participle of the main verb, shifting the focus from the doer of an action to the action itself or the receiver of the action. It is widely used in academic and scientific writing where the process or result matters more than who performed it.</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II. PHÂN TÍCH VÀ MỞ RỘNG — For example, instead of writing 'Researchers conducted the experiment in a controlled laboratory,' academic style often prefers 'The experiment was conducted in a controlled laboratory,' which sounds more objective and formal, a quality highly valued in scientific reports and research papers.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III. VẬN DỤNG — However, overusing the passive voice can make writing vague or difficult to read, especially when the agent is important information. Good academic writers balance active and passive structures, using passive voice strategically to maintain objectivity while keeping sentences clear and direct.</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IV. VÍ DỤ CÓ HƯỚNG DẪN — Xét một tình huống tiêu biểu của bài “Passive Voice in Academic Writing”. Trước hết xác định dữ kiện, khái niệm hoặc quy tắc liên quan; tiếp theo lựa chọn phương pháp, trình bày từng bước và kiểm tra điều kiện áp dụng. Sau khi có kết quả, đối chiếu lại với yêu cầu, giải thích ý nghĩa và chỉ ra lỗi sai thường gặp. Cách làm này giúp học sinh không chỉ ghi nhớ đáp án mà còn hình thành quy trình giải quyết vấn đề có thể dùng cho các câu hỏi tương tự.</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V. BÀI TẬP LUYỆN TẬP — Bài 1: trình bày lại nội dung cốt lõi bằng sơ đồ hoặc bảng so sánh. Bài 2: giải một trường hợp cơ bản và giải thích từng bước. Bài 3: thay đổi một dữ kiện của ví dụ để dự đoán kết quả mới. Bài 4: tìm và sửa một lời giải hoặc nhận định sai. Bài 5: liên hệ kiến thức với một hiện tượng trong học tập hoặc đời sống. Học sinh nên làm độc lập trước, sau đó trao đổi cách giải và tự chấm theo tiêu chí đúng kiến thức, đủ lập luận, rõ trình bày.</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VI. TỔNG KẾT VÀ TỰ HỌC — Sau bài học, học sinh cần tự trả lời được ba câu hỏi: kiến thức nào là nền tảng, dấu hiệu nào cho biết nên áp dụng kiến thức đó, và làm thế nào kiểm tra kết quả. Hãy lập một trang ghi chú gồm từ khóa, công thức hoặc luận điểm chính, một ví dụ mẫu và một lỗi dễ mắc. Ôn lại sau một ngày và một tuần, đồng thời tự tạo thêm câu hỏi vận dụng để củng cố khả năng nhớ lâu và sử dụng kiến thức linh hoạt.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