
<file path=[Content_Types].xml><?xml version="1.0" encoding="utf-8"?>
<Types xmlns="http://schemas.openxmlformats.org/package/2006/content-types">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6"/>
    <p:sldId id="257" r:id="rId7"/>
    <p:sldId id="258" r:id="rId8"/>
    <p:sldId id="259" r:id="rId9"/>
    <p:sldId id="260" r:id="rId10"/>
    <p:sldId id="261" r:id="rId11"/>
    <p:sldId id="262" r:id="rId1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1016000"/>
            <a:ext cx="7874000" cy="2032000"/>
          </a:xfrm>
          <a:prstGeom prst="rect">
            <a:avLst/>
          </a:prstGeom>
        </p:spPr>
        <p:txBody>
          <a:bodyPr anchor="t" rtlCol="false"/>
          <a:lstStyle/>
          <a:p>
            <a:pPr algn="l">
              <a:defRPr/>
            </a:pPr>
            <a:r>
              <a:rPr lang="en-US"/>
              <a:t/>
            </a:r>
            <a:endParaRPr lang="en-US" sz="1100"/>
          </a:p>
          <a:p>
            <a:r>
              <a:rPr lang="en-US" sz="3200" b="true"/>
              <a:t>Quang hợp ở thực vật</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I. KIẾN THỨC TRỌNG TÂM — Quang hợp là quá trình lá cây sử dụng năng lượng ánh sáng mặt trời, nước và khí CO2 để tổng hợp chất hữu cơ (glucose) và giải phóng khí O2, diễn ra chủ yếu ở lục lạp của tế bào lá nhờ sắc tố diệp lục hấp thụ ánh sáng.</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II. PHÂN TÍCH VÀ MỞ RỘNG — Quá trình quang hợp gồm hai pha: pha sáng diễn ra ở màng thylakoid, chuyển năng lượng ánh sáng thành năng lượng hóa học dự trữ trong ATP và NADPH, đồng thời giải phóng O2 từ quá trình quang phân li nước; pha tối (chu trình Calvin) diễn ra ở chất nền lục lạp, sử dụng ATP và NADPH để cố định CO2 thành chất hữu cơ.</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III. VẬN DỤNG — Quang hợp có vai trò đặc biệt quan trọng: là nguồn cung cấp chất hữu cơ và năng lượng cho hầu hết sự sống trên Trái Đất, đồng thời điều hòa thành phần khí quyển thông qua việc hấp thụ CO2 và giải phóng O2, góp phần duy trì cân bằng sinh thái toàn cầu.</a:t>
            </a:r>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IV. VÍ DỤ CÓ HƯỚNG DẪN — Xét một tình huống tiêu biểu của bài “Quang hợp ở thực vật”. Trước hết xác định dữ kiện, khái niệm hoặc quy tắc liên quan; tiếp theo lựa chọn phương pháp, trình bày từng bước và kiểm tra điều kiện áp dụng. Sau khi có kết quả, đối chiếu lại với yêu cầu, giải thích ý nghĩa và chỉ ra lỗi sai thường gặp. Cách làm này giúp học sinh không chỉ ghi nhớ đáp án mà còn hình thành quy trình giải quyết vấn đề có thể dùng cho các câu hỏi tương tự.</a:t>
            </a:r>
          </a:p>
        </p:txBody>
      </p:sp>
    </p:spTree>
  </p:cSld>
  <p:clrMapOvr>
    <a:masterClrMapping/>
  </p:clrMapOvr>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V. BÀI TẬP LUYỆN TẬP — Bài 1: trình bày lại nội dung cốt lõi bằng sơ đồ hoặc bảng so sánh. Bài 2: giải một trường hợp cơ bản và giải thích từng bước. Bài 3: thay đổi một dữ kiện của ví dụ để dự đoán kết quả mới. Bài 4: tìm và sửa một lời giải hoặc nhận định sai. Bài 5: liên hệ kiến thức với một hiện tượng trong học tập hoặc đời sống. Học sinh nên làm độc lập trước, sau đó trao đổi cách giải và tự chấm theo tiêu chí đúng kiến thức, đủ lập luận, rõ trình bày.</a:t>
            </a:r>
          </a:p>
        </p:txBody>
      </p:sp>
    </p:spTree>
  </p:cSld>
  <p:clrMapOvr>
    <a:masterClrMapping/>
  </p:clrMapOvr>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VI. TỔNG KẾT VÀ TỰ HỌC — Sau bài học, học sinh cần tự trả lời được ba câu hỏi: kiến thức nào là nền tảng, dấu hiệu nào cho biết nên áp dụng kiến thức đó, và làm thế nào kiểm tra kết quả. Hãy lập một trang ghi chú gồm từ khóa, công thức hoặc luận điểm chính, một ví dụ mẫu và một lỗi dễ mắc. Ôn lại sau một ngày và một tuần, đồng thời tự tạo thêm câu hỏi vận dụng để củng cố khả năng nhớ lâu và sử dụng kiến thức linh hoạt.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terms:modified xsi:type="dcterms:W3CDTF">2011-08-01T06:04:30Z</dcterms:modified>
  <cp:revision>1</cp:revision>
</cp:coreProperties>
</file>