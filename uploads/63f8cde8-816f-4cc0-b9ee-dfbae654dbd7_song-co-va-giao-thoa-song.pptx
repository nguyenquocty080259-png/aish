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Sóng cơ và giao thoa sóng</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 KIẾN THỨC TRỌNG TÂM — Sóng cơ là dao động lan truyền trong một môi trường vật chất (rắn, lỏng, khí), mang theo năng lượng nhưng không mang theo vật chất của môi trường. Sóng ngang có phương dao động vuông góc với phương truyền sóng, còn sóng dọc có phương dao động trùng với phương truyền sóng, ví dụ điển hình là sóng âm.</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 PHÂN TÍCH VÀ MỞ RỘNG — Giao thoa sóng là hiện tượng hai sóng kết hợp (cùng tần số, hiệu số pha không đổi theo thời gian) gặp nhau tạo ra những điểm dao động với biên độ cực đại (giao thoa tăng cường) xen kẽ với những điểm dao động với biên độ cực tiểu hoặc đứng yên (giao thoa triệt tiêu).</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III. VẬN DỤNG — Điều kiện để tại một điểm có cực đại giao thoa là hiệu đường đi của hai sóng từ hai nguồn tới điểm đó bằng một số nguyên lần bước sóng; điều kiện có cực tiểu là hiệu đường đi bằng một số bán nguyên lần bước sóng. Hiện tượng sóng dừng trên dây đàn hồi cũng là kết quả của giao thoa giữa sóng tới và sóng phản xạ.</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IV. VÍ DỤ CÓ HƯỚNG DẪN — Xét một tình huống tiêu biểu của bài “Sóng cơ và giao thoa sóng”. Trước hết xác định dữ kiện, khái niệm hoặc quy tắc liên quan; tiếp theo lựa chọn phương pháp, trình bày từng bước và kiểm tra điều kiện áp dụng. Sau khi có kết quả, đối chiếu lại với yêu cầu, giải thích ý nghĩa và chỉ ra lỗi sai thường gặp. Cách làm này giúp học sinh không chỉ ghi nhớ đáp án mà còn hình thành quy trình giải quyết vấn đề có thể dùng cho các câu hỏi tương tự.</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 BÀI TẬP LUYỆN TẬP — Bài 1: trình bày lại nội dung cốt lõi bằng sơ đồ hoặc bảng so sánh. Bài 2: giải một trường hợp cơ bản và giải thích từng bước. Bài 3: thay đổi một dữ kiện của ví dụ để dự đoán kết quả mới. Bài 4: tìm và sửa một lời giải hoặc nhận định sai. Bài 5: liên hệ kiến thức với một hiện tượng trong học tập hoặc đời sống. Học sinh nên làm độc lập trước, sau đó trao đổi cách giải và tự chấm theo tiêu chí đúng kiến thức, đủ lập luận, rõ trình bày.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 TỔNG KẾT VÀ TỰ HỌC — Sau bài học, học sinh cần tự trả lời được ba câu hỏi: kiến thức nào là nền tảng, dấu hiệu nào cho biết nên áp dụng kiến thức đó, và làm thế nào kiểm tra kết quả. Hãy lập một trang ghi chú gồm từ khóa, công thức hoặc luận điểm chính, một ví dụ mẫu và một lỗi dễ mắc. Ôn lại sau một ngày và một tuần, đồng thời tự tạo thêm câu hỏi vận dụng để củng cố khả năng nhớ lâu và sử dụng kiến thức linh hoạt.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