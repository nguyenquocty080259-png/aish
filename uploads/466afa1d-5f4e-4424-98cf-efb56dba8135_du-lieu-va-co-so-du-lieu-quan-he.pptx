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1016000"/>
            <a:ext cx="7874000" cy="2032000"/>
          </a:xfrm>
          <a:prstGeom prst="rect">
            <a:avLst/>
          </a:prstGeom>
        </p:spPr>
        <p:txBody>
          <a:bodyPr anchor="t" rtlCol="false"/>
          <a:lstStyle/>
          <a:p>
            <a:pPr algn="l">
              <a:defRPr/>
            </a:pPr>
            <a:r>
              <a:rPr lang="en-US"/>
              <a:t/>
            </a:r>
            <a:endParaRPr lang="en-US" sz="1100"/>
          </a:p>
          <a:p>
            <a:r>
              <a:rPr lang="en-US" sz="3200" b="true"/>
              <a:t>Dữ liệu và cơ sở dữ liệu quan hệ</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I. KIẾN THỨC TRỌNG TÂM — Cơ sở dữ liệu là tập hợp dữ liệu có tổ chức phục vụ lưu trữ, tìm kiếm và cập nhật. Trong mô hình quan hệ, dữ liệu được biểu diễn bằng bảng gồm hàng và cột; mỗi bảng mô tả một loại đối tượng.</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II. PHÂN TÍCH VÀ MỞ RỘNG — Khóa chính định danh duy nhất một bản ghi, khóa ngoại tạo liên kết giữa các bảng. Thiết kế hợp lý giúp giảm lặp dữ liệu, tránh mâu thuẫn khi cập nhật và hỗ trợ truy vấn chính xác.</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III. VẬN DỤNG — Với hệ thống thư viện, bảng Sách có mã sách làm khóa chính, bảng BạnĐọc có mã bạn đọc, còn bảng MượnSách chứa các khóa ngoại tương ứng cùng ngày mượn và ngày trả. Truy vấn có thể kết hợp các bảng để tìm người đang giữ một cuốn sách.</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IV. VÍ DỤ CÓ HƯỚNG DẪN — Xét một tình huống tiêu biểu của bài “Dữ liệu và cơ sở dữ liệu quan hệ”. Trước hết xác định dữ kiện, khái niệm hoặc quy tắc liên quan; tiếp theo lựa chọn phương pháp, trình bày từng bước và kiểm tra điều kiện áp dụng. Sau khi có kết quả, đối chiếu lại với yêu cầu, giải thích ý nghĩa và chỉ ra lỗi sai thường gặp. Cách làm này giúp học sinh không chỉ ghi nhớ đáp án mà còn hình thành quy trình giải quyết vấn đề có thể dùng cho các câu hỏi tương tự.</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V. BÀI TẬP LUYỆN TẬP — Bài 1: trình bày lại nội dung cốt lõi bằng sơ đồ hoặc bảng so sánh. Bài 2: giải một trường hợp cơ bản và giải thích từng bước. Bài 3: thay đổi một dữ kiện của ví dụ để dự đoán kết quả mới. Bài 4: tìm và sửa một lời giải hoặc nhận định sai. Bài 5: liên hệ kiến thức với một hiện tượng trong học tập hoặc đời sống. Học sinh nên làm độc lập trước, sau đó trao đổi cách giải và tự chấm theo tiêu chí đúng kiến thức, đủ lập luận, rõ trình bày.</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VI. TỔNG KẾT VÀ TỰ HỌC — Sau bài học, học sinh cần tự trả lời được ba câu hỏi: kiến thức nào là nền tảng, dấu hiệu nào cho biết nên áp dụng kiến thức đó, và làm thế nào kiểm tra kết quả. Hãy lập một trang ghi chú gồm từ khóa, công thức hoặc luận điểm chính, một ví dụ mẫu và một lỗi dễ mắc. Ôn lại sau một ngày và một tuần, đồng thời tự tạo thêm câu hỏi vận dụng để củng cố khả năng nhớ lâu và sử dụng kiến thức linh hoạt.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