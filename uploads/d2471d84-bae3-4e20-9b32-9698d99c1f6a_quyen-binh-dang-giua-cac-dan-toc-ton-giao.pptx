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Quyền bình đẳng giữa các dân tộc, tôn giáo</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 KIẾN THỨC TRỌNG TÂM — Quyền bình đẳng giữa các dân tộc là các dân tộc trong một quốc gia không phân biệt đa số hay thiểu số, trình độ phát triển cao hay thấp, đều được Nhà nước và pháp luật tôn trọng, bảo vệ và tạo điều kiện phát triển như nhau về chính trị, kinh tế, văn hóa, xã hội.</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 PHÂN TÍCH VÀ MỞ RỘNG — Nhà nước Việt Nam thực hiện nhiều chính sách cụ thể để bảo đảm bình đẳng dân tộc trên thực tế, như chính sách phát triển kinh tế - xã hội vùng đồng bào dân tộc thiểu số và miền núi, chính sách cử tuyển trong giáo dục, chính sách bảo tồn và phát huy bản sắc văn hóa các dân tộc.</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III. VẬN DỤNG — Quyền bình đẳng giữa các tôn giáo thể hiện ở việc các tôn giáo được Nhà nước công nhận đều bình đẳng trước pháp luật, có quyền hoạt động tôn giáo trong khuôn khổ pháp luật, được pháp luật bảo hộ nơi thờ tự, đồng thời các tín đồ tôn giáo bình đẳng về quyền và nghĩa vụ công dân như mọi công dân khác.</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IV. VÍ DỤ CÓ HƯỚNG DẪN — Xét một tình huống tiêu biểu của bài “Quyền bình đẳng giữa các dân tộc, tôn giáo”. Trước hết xác định dữ kiện, khái niệm hoặc quy tắc liên quan; tiếp theo lựa chọn phương pháp, trình bày từng bước và kiểm tra điều kiện áp dụng. Sau khi có kết quả, đối chiếu lại với yêu cầu, giải thích ý nghĩa và chỉ ra lỗi sai thường gặp. Cách làm này giúp học sinh không chỉ ghi nhớ đáp án mà còn hình thành quy trình giải quyết vấn đề có thể dùng cho các câu hỏi tương tự.</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 BÀI TẬP LUYỆN TẬP — Bài 1: trình bày lại nội dung cốt lõi bằng sơ đồ hoặc bảng so sánh. Bài 2: giải một trường hợp cơ bản và giải thích từng bước. Bài 3: thay đổi một dữ kiện của ví dụ để dự đoán kết quả mới. Bài 4: tìm và sửa một lời giải hoặc nhận định sai. Bài 5: liên hệ kiến thức với một hiện tượng trong học tập hoặc đời sống. Học sinh nên làm độc lập trước, sau đó trao đổi cách giải và tự chấm theo tiêu chí đúng kiến thức, đủ lập luận, rõ trình bày.</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VI. TỔNG KẾT VÀ TỰ HỌC — Sau bài học, học sinh cần tự trả lời được ba câu hỏi: kiến thức nào là nền tảng, dấu hiệu nào cho biết nên áp dụng kiến thức đó, và làm thế nào kiểm tra kết quả. Hãy lập một trang ghi chú gồm từ khóa, công thức hoặc luận điểm chính, một ví dụ mẫu và một lỗi dễ mắc. Ôn lại sau một ngày và một tuần, đồng thời tự tạo thêm câu hỏi vận dụng để củng cố khả năng nhớ lâu và sử dụng kiến thức linh hoạt.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