
<file path=[Content_Types].xml><?xml version="1.0" encoding="utf-8"?>
<Types xmlns="http://schemas.openxmlformats.org/package/2006/content-types">
  <Default ContentType="image/jpeg" Extension="jpeg"/>
  <Default ContentType="application/vnd.openxmlformats-package.relationships+xml" Extension="rels"/>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6"/>
    <p:sldId id="257" r:id="rId7"/>
    <p:sldId id="258" r:id="rId8"/>
    <p:sldId id="259" r:id="rId9"/>
    <p:sldId id="260" r:id="rId10"/>
    <p:sldId id="261" r:id="rId11"/>
    <p:sldId id="262" r:id="rId12"/>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s>
</file>

<file path=ppt/slides/slide1.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1016000"/>
            <a:ext cx="7874000" cy="2032000"/>
          </a:xfrm>
          <a:prstGeom prst="rect">
            <a:avLst/>
          </a:prstGeom>
        </p:spPr>
        <p:txBody>
          <a:bodyPr anchor="t" rtlCol="false"/>
          <a:lstStyle/>
          <a:p>
            <a:pPr algn="l">
              <a:defRPr/>
            </a:pPr>
            <a:r>
              <a:rPr lang="en-US"/>
              <a:t/>
            </a:r>
            <a:endParaRPr lang="en-US" sz="1100"/>
          </a:p>
          <a:p>
            <a:r>
              <a:rPr lang="en-US" sz="3200" b="true"/>
              <a:t>Liên kết hóa học</a:t>
            </a:r>
          </a:p>
        </p:txBody>
      </p:sp>
    </p:spTree>
  </p:cSld>
  <p:clrMapOvr>
    <a:masterClrMapping/>
  </p:clrMapOvr>
</p:sld>
</file>

<file path=ppt/slides/slide2.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 KIẾN THỨC TRỌNG TÂM — Liên kết ion được hình thành do lực hút tĩnh điện giữa các ion trái dấu, thường gặp giữa kim loại điển hình và phi kim điển hình, ví dụ NaCl. Liên kết cộng hóa trị được hình thành do sự dùng chung một hay nhiều cặp electron giữa hai nguyên tử, thường gặp giữa các nguyên tố phi kim.</a:t>
            </a:r>
          </a:p>
        </p:txBody>
      </p:sp>
    </p:spTree>
  </p:cSld>
  <p:clrMapOvr>
    <a:masterClrMapping/>
  </p:clrMapOvr>
</p:sld>
</file>

<file path=ppt/slides/slide3.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II. PHÂN TÍCH VÀ MỞ RỘNG — Liên kết cộng hóa trị có thể phân cực hoặc không phân cực tùy vào hiệu độ âm điện giữa hai nguyên tử liên kết. Khi hiệu độ âm điện đủ lớn, cặp electron dùng chung lệch hẳn về một nguyên tử, liên kết chuyển dần sang bản chất ion — cho thấy ranh giới giữa hai loại liên kết là tương đối, không tuyệt đối.</a:t>
            </a:r>
          </a:p>
        </p:txBody>
      </p:sp>
    </p:spTree>
  </p:cSld>
  <p:clrMapOvr>
    <a:masterClrMapping/>
  </p:clrMapOvr>
</p:sld>
</file>

<file path=ppt/slides/slide4.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III. VẬN DỤNG — Ngoài liên kết ion và cộng hóa trị, liên kết hydrogen (liên kết giữa nguyên tử H đã liên kết với nguyên tố có độ âm điện lớn và một nguyên tử có độ âm điện lớn khác) tuy yếu hơn nhiều nhưng có vai trò quan trọng, quyết định nhiệt độ sôi bất thường của nước và cấu trúc xoắn của ADN.</a:t>
            </a:r>
          </a:p>
        </p:txBody>
      </p:sp>
    </p:spTree>
  </p:cSld>
  <p:clrMapOvr>
    <a:masterClrMapping/>
  </p:clrMapOvr>
</p:sld>
</file>

<file path=ppt/slides/slide5.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IV. VÍ DỤ CÓ HƯỚNG DẪN — Xét một tình huống tiêu biểu của bài “Liên kết hóa học”. Trước hết xác định dữ kiện, khái niệm hoặc quy tắc liên quan; tiếp theo lựa chọn phương pháp, trình bày từng bước và kiểm tra điều kiện áp dụng. Sau khi có kết quả, đối chiếu lại với yêu cầu, giải thích ý nghĩa và chỉ ra lỗi sai thường gặp. Cách làm này giúp học sinh không chỉ ghi nhớ đáp án mà còn hình thành quy trình giải quyết vấn đề có thể dùng cho các câu hỏi tương tự.</a:t>
            </a:r>
          </a:p>
        </p:txBody>
      </p:sp>
    </p:spTree>
  </p:cSld>
  <p:clrMapOvr>
    <a:masterClrMapping/>
  </p:clrMapOvr>
</p:sld>
</file>

<file path=ppt/slides/slide6.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V. BÀI TẬP LUYỆN TẬP — Bài 1: trình bày lại nội dung cốt lõi bằng sơ đồ hoặc bảng so sánh. Bài 2: giải một trường hợp cơ bản và giải thích từng bước. Bài 3: thay đổi một dữ kiện của ví dụ để dự đoán kết quả mới. Bài 4: tìm và sửa một lời giải hoặc nhận định sai. Bài 5: liên hệ kiến thức với một hiện tượng trong học tập hoặc đời sống. Học sinh nên làm độc lập trước, sau đó trao đổi cách giải và tự chấm theo tiêu chí đúng kiến thức, đủ lập luận, rõ trình bày.</a:t>
            </a:r>
          </a:p>
        </p:txBody>
      </p:sp>
    </p:spTree>
  </p:cSld>
  <p:clrMapOvr>
    <a:masterClrMapping/>
  </p:clrMapOvr>
</p:sld>
</file>

<file path=ppt/slides/slide7.xml><?xml version="1.0" encoding="utf-8"?>
<p:sld xmlns:p="http://schemas.openxmlformats.org/presentationml/2006/main" xmlns:a="http://schemas.openxmlformats.org/drawingml/2006/main">
  <p:cSld>
    <p:spTree>
      <p:nvGrpSpPr>
        <p:cNvPr id="1" name=""/>
        <p:cNvGrpSpPr/>
        <p:nvPr/>
      </p:nvGrpSpPr>
      <p:grpSpPr>
        <a:xfrm>
          <a:off x="0" y="0"/>
          <a:ext cx="0" cy="0"/>
          <a:chOff x="0" y="0"/>
          <a:chExt cx="0" cy="0"/>
        </a:xfrm>
      </p:grpSpPr>
      <p:sp>
        <p:nvSpPr>
          <p:cNvPr name="TextBox 2" id="2"/>
          <p:cNvSpPr txBox="true"/>
          <p:nvPr/>
        </p:nvSpPr>
        <p:spPr>
          <a:xfrm>
            <a:off x="635000" y="635000"/>
            <a:ext cx="7874000" cy="5588000"/>
          </a:xfrm>
          <a:prstGeom prst="rect">
            <a:avLst/>
          </a:prstGeom>
        </p:spPr>
        <p:txBody>
          <a:bodyPr anchor="t" rtlCol="false"/>
          <a:lstStyle/>
          <a:p>
            <a:pPr algn="l">
              <a:defRPr/>
            </a:pPr>
            <a:r>
              <a:rPr lang="en-US"/>
              <a:t/>
            </a:r>
            <a:endParaRPr lang="en-US" sz="1100"/>
          </a:p>
          <a:p>
            <a:r>
              <a:rPr lang="en-US" sz="2000"/>
              <a:t>VI. TỔNG KẾT VÀ TỰ HỌC — Sau bài học, học sinh cần tự trả lời được ba câu hỏi: kiến thức nào là nền tảng, dấu hiệu nào cho biết nên áp dụng kiến thức đó, và làm thế nào kiểm tra kết quả. Hãy lập một trang ghi chú gồm từ khóa, công thức hoặc luận điểm chính, một ví dụ mẫu và một lỗi dễ mắc. Ôn lại sau một ngày và một tuần, đồng thời tự tạo thêm câu hỏi vận dụng để củng cố khả năng nhớ lâu và sử dụng kiến thức linh hoạt.</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terms:modified xsi:type="dcterms:W3CDTF">2011-08-01T06:04:30Z</dcterms:modified>
  <cp:revision>1</cp:revision>
</cp:coreProperties>
</file>