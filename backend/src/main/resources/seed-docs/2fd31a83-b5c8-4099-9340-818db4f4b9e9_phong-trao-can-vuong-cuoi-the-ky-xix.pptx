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Phong trào Cần Vương cuối thế kỷ XIX</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 KIẾN THỨC TRỌNG TÂM — Sau khi kinh thành Huế thất thủ năm 1885, vua Hàm Nghi xuất bôn ra vùng núi Quảng Trị và ban chiếu Cần Vương, kêu gọi văn thân, sĩ phu và nhân dân cả nước đứng lên giúp vua cứu nước, mở đầu phong trào đấu tranh vũ trang chống Pháp cuối thế kỷ XIX.</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II. PHÂN TÍCH VÀ MỞ RỘNG — Phong trào Cần Vương phát triển qua hai giai đoạn: giai đoạn 1885-1888 có sự lãnh đạo trực tiếp của vua Hàm Nghi và Tôn Thất Thuyết; giai đoạn 1888-1896 tiếp tục dưới sự lãnh đạo của các văn thân, sĩ phu dù nhà vua đã bị bắt, tiêu biểu là các cuộc khởi nghĩa Ba Đình, Bãi Sậy và Hương Khê.</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III. VẬN DỤNG — Khởi nghĩa Hương Khê do Phan Đình Phùng lãnh đạo là cuộc khởi nghĩa tiêu biểu nhất, có quy mô lớn và tổ chức chặt chẽ nhất trong phong trào Cần Vương, nhưng cuối cùng cũng thất bại năm 1896, đánh dấu sự chấm dứt của phong trào đấu tranh theo ý thức hệ phong kiến.</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IV. VÍ DỤ CÓ HƯỚNG DẪN — Xét một tình huống tiêu biểu của bài “Phong trào Cần Vương cuối thế kỷ XIX”. Trước hết xác định dữ kiện, khái niệm hoặc quy tắc liên quan; tiếp theo lựa chọn phương pháp, trình bày từng bước và kiểm tra điều kiện áp dụng. Sau khi có kết quả, đối chiếu lại với yêu cầu, giải thích ý nghĩa và chỉ ra lỗi sai thường gặp. Cách làm này giúp học sinh không chỉ ghi nhớ đáp án mà còn hình thành quy trình giải quyết vấn đề có thể dùng cho các câu hỏi tương tự.</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 BÀI TẬP LUYỆN TẬP — Bài 1: trình bày lại nội dung cốt lõi bằng sơ đồ hoặc bảng so sánh. Bài 2: giải một trường hợp cơ bản và giải thích từng bước. Bài 3: thay đổi một dữ kiện của ví dụ để dự đoán kết quả mới. Bài 4: tìm và sửa một lời giải hoặc nhận định sai. Bài 5: liên hệ kiến thức với một hiện tượng trong học tập hoặc đời sống. Học sinh nên làm độc lập trước, sau đó trao đổi cách giải và tự chấm theo tiêu chí đúng kiến thức, đủ lập luận, rõ trình bày.</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VI. TỔNG KẾT VÀ TỰ HỌC — Sau bài học, học sinh cần tự trả lời được ba câu hỏi: kiến thức nào là nền tảng, dấu hiệu nào cho biết nên áp dụng kiến thức đó, và làm thế nào kiểm tra kết quả. Hãy lập một trang ghi chú gồm từ khóa, công thức hoặc luận điểm chính, một ví dụ mẫu và một lỗi dễ mắc. Ôn lại sau một ngày và một tuần, đồng thời tự tạo thêm câu hỏi vận dụng để củng cố khả năng nhớ lâu và sử dụng kiến thức linh hoạt.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