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Phong cách nghệ thuật của Nguyễn Tuân qua Người lái đò Sông Đà</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Nguyễn Tuân là nhà văn suốt đời đi tìm cái đẹp, và trong tùy bút Người lái đò Sông Đà, ông đã khắc họa sông Đà như một nhân vật có tính cách kép: vừa hung bạo với đá, thác, xoáy nước dữ dội, vừa trữ tình như một áng tóc trữ tình của thiếu nữ Tây Bắc.</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Hình tượng người lái đò được xây dựng như một nghệ sĩ tài hoa trong cuộc chiến với thiên nhiên: ông lái đò vượt qua ba trùng vi thạch trận bằng sự am hiểu quy luật dòng sông, phản xạ nhanh nhạy và bản lĩnh phi thường, thể hiện quan niệm của Nguyễn Tuân về chủ nghĩa anh hùng trong lao động bình dị.</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Nét đặc sắc trong phong cách Nguyễn Tuân là vận dụng tri thức đa ngành (điện ảnh, quân sự, thể thao, hội họa) để miêu tả, cùng vốn từ ngữ phong phú, câu văn co duỗi nhịp nhàng tạo nên chất tài hoa uyên bác đặc trưng, không thể lẫn với bất kỳ cây bút nào khác trong văn học Việt Nam hiện đại.</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“Phong cách nghệ thuật của Nguyễn Tuân qua Người lái đò Sông Đà”.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