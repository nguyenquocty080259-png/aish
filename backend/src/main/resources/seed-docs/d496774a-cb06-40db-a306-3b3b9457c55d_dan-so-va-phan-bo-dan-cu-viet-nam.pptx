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Dân số và phân bố dân cư Việt Nam</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 KIẾN THỨC TRỌNG TÂM — Việt Nam là quốc gia đông dân, với quy mô dân số hơn 100 triệu người, đứng thứ ba khu vực Đông Nam Á. Dân số nước ta có tốc độ gia tăng đã chậm lại nhờ thực hiện tốt chính sách dân số - kế hoạch hóa gia đình, nhưng vẫn tăng thêm mỗi năm một số lượng dân số đáng kể do quy mô dân số lớn.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 PHÂN TÍCH VÀ MỞ RỘNG — Phân bố dân cư nước ta rất không đều: dân cư tập trung đông đúc ở các vùng đồng bằng, ven biển và các đô thị lớn (mật độ có nơi trên 2.000 người/km²), trong khi vùng trung du, miền núi có mật độ dân số thấp hơn nhiều dù chiếm phần lớn diện tích lãnh thổ.</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III. VẬN DỤNG — Cơ cấu dân số Việt Nam đang trong thời kỳ 'cơ cấu dân số vàng' với tỉ lệ dân số trong độ tuổi lao động cao, tạo ra nguồn lực lao động dồi dào cho phát triển kinh tế, nhưng đồng thời cũng đặt ra thách thức về giải quyết việc làm và chuẩn bị cho quá trình già hóa dân số trong tương lai.</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IV. VÍ DỤ CÓ HƯỚNG DẪN — Xét một tình huống tiêu biểu của bài “Dân số và phân bố dân cư Việt Nam”. Trước hết xác định dữ kiện, khái niệm hoặc quy tắc liên quan; tiếp theo lựa chọn phương pháp, trình bày từng bước và kiểm tra điều kiện áp dụng. Sau khi có kết quả, đối chiếu lại với yêu cầu, giải thích ý nghĩa và chỉ ra lỗi sai thường gặp. Cách làm này giúp học sinh không chỉ ghi nhớ đáp án mà còn hình thành quy trình giải quyết vấn đề có thể dùng cho các câu hỏi tương tự.</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 BÀI TẬP LUYỆN TẬP — Bài 1: trình bày lại nội dung cốt lõi bằng sơ đồ hoặc bảng so sánh. Bài 2: giải một trường hợp cơ bản và giải thích từng bước. Bài 3: thay đổi một dữ kiện của ví dụ để dự đoán kết quả mới. Bài 4: tìm và sửa một lời giải hoặc nhận định sai. Bài 5: liên hệ kiến thức với một hiện tượng trong học tập hoặc đời sống. Học sinh nên làm độc lập trước, sau đó trao đổi cách giải và tự chấm theo tiêu chí đúng kiến thức, đủ lập luận, rõ trình bày.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 TỔNG KẾT VÀ TỰ HỌC — Sau bài học, học sinh cần tự trả lời được ba câu hỏi: kiến thức nào là nền tảng, dấu hiệu nào cho biết nên áp dụng kiến thức đó, và làm thế nào kiểm tra kết quả. Hãy lập một trang ghi chú gồm từ khóa, công thức hoặc luận điểm chính, một ví dụ mẫu và một lỗi dễ mắc. Ôn lại sau một ngày và một tuần, đồng thời tự tạo thêm câu hỏi vận dụng để củng cố khả năng nhớ lâu và sử dụng kiến thức linh hoạt.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