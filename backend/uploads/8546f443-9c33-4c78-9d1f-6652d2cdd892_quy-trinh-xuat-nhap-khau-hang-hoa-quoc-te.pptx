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Quy trình xuất nhập khẩu hàng hóa quốc tế</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Quy trình xuất khẩu hàng hóa quốc tế thường gồm các bước chính: đàm phán và ký kết hợp đồng ngoại thương, chuẩn bị hàng hóa và kiểm tra chất lượng, làm thủ tục hải quan xuất khẩu, thuê phương tiện vận tải và mua bảo hiểm hàng hóa, cuối cùng là giao hàng và hoàn tất bộ chứng từ thanh toán.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Bộ chứng từ xuất nhập khẩu đóng vai trò quan trọng trong toàn bộ quy trình, bao gồm hóa đơn thương mại (Commercial Invoice), phiếu đóng gói (Packing List), vận đơn (Bill of Lading), giấy chứng nhận xuất xứ (Certificate of Origin - C/O) và các chứng từ bảo hiểm, kiểm dịch tùy loại hàng hóa cụ thể.</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Thủ tục hải quan là khâu bắt buộc trong xuất nhập khẩu, doanh nghiệp phải khai báo hải quan điện tử, nộp thuế xuất nhập khẩu (nếu có) và các loại thuế liên quan, đồng thời tuân thủ các quy định về kiểm tra chuyên ngành đối với một số mặt hàng đặc thù trước khi hàng hóa được thông quan.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