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Common Phrasal Verbs for IELTS Speaking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Phrasal verbs are combinations of a verb and one or more particles (prepositions or adverbs) that create a meaning different from the original verb, such as 'give up' (to stop trying) or 'look forward to' (to feel excited about something in the future). Using them naturally can significantly boost a speaker's fluency score.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In IELTS Speaking, common useful phrasal verbs include 'end up' (to finally be in a situation), 'come across' (to find by chance), 'put off' (to postpone), and 'get along with' (to have a good relationship with someone), all of which sound more natural than their formal single-word equivalents.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To use phrasal verbs effectively, candidates should practice them in context rather than memorizing lists in isolation, ensuring correct word order especially with separable phrasal verbs (e.g., 'turn it down' not 'turn down it'), and should avoid overusing very informal ones in a formal speaking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