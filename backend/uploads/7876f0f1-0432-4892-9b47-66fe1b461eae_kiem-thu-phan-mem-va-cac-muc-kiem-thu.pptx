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Kiểm thử phần mềm và các mức kiểm thử</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Kiểm thử phần mềm (software testing) là quá trình đánh giá một hệ thống hoặc thành phần phần mềm nhằm phát hiện sự khác biệt giữa kết quả thực tế và kết quả mong đợi, đồng thời đánh giá các thuộc tính của hệ thống như tính đúng đắn, hiệu năng và bảo mật.</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Kiểm thử được tổ chức theo nhiều mức: unit testing kiểm tra từng đơn vị mã nguồn nhỏ nhất (hàm, phương thức) một cách độc lập; integration testing kiểm tra sự tương tác giữa các module đã tích hợp với nhau; system testing kiểm tra toàn bộ hệ thống theo yêu cầu nghiệp vụ; và acceptance testing xác nhận hệ thống đáp ứng đúng nhu cầu người dùng cuối.</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Kiểm thử hộp đen (black-box) tập trung vào đầu vào/đầu ra mà không quan tâm cấu trúc mã nguồn bên trong, trong khi kiểm thử hộp trắng (white-box) dựa trên hiểu biết về cấu trúc mã nguồn để thiết kế test case, ví dụ kiểm tra độ phủ nhánh (branch coverage). Kết hợp cả hai giúp phát hiện lỗi toàn diện hơn.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