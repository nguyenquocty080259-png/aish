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Mô hình kinh doanh thương mại điện tử B2C/B2B</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Thương mại điện tử B2C (Business-to-Consumer) là mô hình doanh nghiệp bán hàng hóa, dịch vụ trực tiếp cho người tiêu dùng cá nhân qua các nền tảng trực tuyến như website riêng hoặc sàn thương mại điện tử (Shopee, Lazada), đặc trưng bởi số lượng đơn hàng lớn nhưng giá trị mỗi đơn thường nhỏ.</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Thương mại điện tử B2B (Business-to-Business) là mô hình giao dịch giữa các doanh nghiệp với nhau, thường có giá trị đơn hàng lớn hơn nhiều, quy trình mua hàng phức tạp hơn với nhiều bên phê duyệt, và chu kỳ bán hàng dài hơn so với B2C, đòi hỏi nền tảng hỗ trợ báo giá tùy chỉnh, đàm phán hợp đồng.</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Yếu tố thành công cốt lõi trong thương mại điện tử bao gồm trải nghiệm mua sắm liền mạch trên thiết bị di động, hệ thống thanh toán đa dạng và an toàn, tối ưu chuỗi cung ứng và giao vận (fulfillment) để rút ngắn thời gian giao hàng, cùng chiến lược giữ chân khách hàng thông qua các chương trình khách hàng thân thiết.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