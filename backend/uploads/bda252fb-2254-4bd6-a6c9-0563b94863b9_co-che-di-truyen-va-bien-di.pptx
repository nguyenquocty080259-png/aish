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Cơ chế di truyền và biến dị</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Cơ chế di truyền ở cấp độ phân tử diễn ra qua ba quá trình chính: nhân đôi ADN (truyền thông tin di truyền qua các thế hệ tế bào), phiên mã (tổng hợp ARN thông tin từ mạch khuôn ADN) và dịch mã (tổng hợp chuỗi polypeptide dựa trên trình tự codon của mARN tại ribosome).</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Đột biến gen là những biến đổi trong cấu trúc của gen, thường liên quan đến một hoặc một số cặp nucleotide, gồm các dạng mất, thêm, thay thế cặp nucleotide. Đột biến gen là nguồn nguyên liệu sơ cấp quan trọng cho quá trình tiến hóa và chọn giống.</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Đột biến nhiễm sắc thể gồm đột biến cấu trúc (mất đoạn, lặp đoạn, đảo đoạn, chuyển đoạn) và đột biến số lượng nhiễm sắc thể (thể dị bội và thể đa bội). Các dạng đột biến này có thể gây ra hậu quả nghiêm trọng nhưng cũng là nguồn nguyên liệu quý trong chọn giống cây trồng, vật nuôi.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