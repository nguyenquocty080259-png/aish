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Dân số và phân bố dân cư Việt Nam</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Việt Nam là quốc gia đông dân, với quy mô dân số hơn 100 triệu người, đứng thứ ba khu vực Đông Nam Á. Dân số nước ta có tốc độ gia tăng đã chậm lại nhờ thực hiện tốt chính sách dân số - kế hoạch hóa gia đình, nhưng vẫn tăng thêm mỗi năm một số lượng dân số đáng kể do quy mô dân số lớn.</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Phân bố dân cư nước ta rất không đều: dân cư tập trung đông đúc ở các vùng đồng bằng, ven biển và các đô thị lớn (mật độ có nơi trên 2.000 người/km²), trong khi vùng trung du, miền núi có mật độ dân số thấp hơn nhiều dù chiếm phần lớn diện tích lãnh thổ.</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Cơ cấu dân số Việt Nam đang trong thời kỳ 'cơ cấu dân số vàng' với tỉ lệ dân số trong độ tuổi lao động cao, tạo ra nguồn lực lao động dồi dào cho phát triển kinh tế, nhưng đồng thời cũng đặt ra thách thức về giải quyết việc làm và chuẩn bị cho quá trình già hóa dân số trong tương lai.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