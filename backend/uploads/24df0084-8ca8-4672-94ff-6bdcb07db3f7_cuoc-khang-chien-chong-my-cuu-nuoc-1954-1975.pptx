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Cuộc kháng chiến chống Mỹ cứu nước 1954-1975</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Sau Hiệp định Genève 1954, đất nước tạm thời chia cắt thành hai miền với vĩ tuyến 17 làm ranh giới quân sự tạm thời. Đế quốc Mỹ từng bước thay chân Pháp, dựng lên chính quyền tay sai ở miền Nam, biến miền Nam Việt Nam thành thuộc địa kiểu mới, châm ngòi cho cuộc kháng chiến chống Mỹ kéo dài 21 năm.</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Quân và dân Việt Nam lần lượt đánh bại các chiến lược chiến tranh của Mỹ: Chiến tranh đơn phương, Chiến tranh đặc biệt, Chiến tranh cục bộ và Việt Nam hóa chiến tranh, với các mốc son như cuộc Tổng tiến công và nổi dậy Tết Mậu Thân 1968 và Điện Biên Phủ trên không cuối năm 1972.</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Chiến dịch Hồ Chí Minh lịch sử (26/4 - 30/4/1975) là trận quyết chiến chiến lược cuối cùng, kết thúc bằng sự kiện xe tăng quân giải phóng tiến vào Dinh Độc Lập trưa ngày 30 tháng 4 năm 1975, giải phóng hoàn toàn miền Nam, thống nhất đất nước sau 21 năm chia cắt.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