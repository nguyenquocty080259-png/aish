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Điện toán đám mây: mô hình IaaS, PaaS, SaaS</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Điện toán đám mây (cloud computing) là mô hình cung cấp tài nguyên tính toán (máy chủ, lưu trữ, mạng, phần mềm) qua Internet theo nhu cầu sử dụng, cho phép người dùng truy cập tài nguyên linh hoạt mà không cần đầu tư, quản lý hạ tầng vật lý.</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IaaS (Infrastructure as a Service) cung cấp hạ tầng ảo hóa cơ bản như máy chủ ảo, lưu trữ, mạng, người dùng tự quản lý hệ điều hành và ứng dụng trở lên; PaaS (Platform as a Service) cung cấp thêm nền tảng phát triển (hệ điều hành, runtime, database) để nhà phát triển tập trung viết ứng dụng mà không lo hạ tầng.</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SaaS (Software as a Service) cung cấp phần mềm hoàn chỉnh sẵn sàng sử dụng qua trình duyệt, ví dụ Gmail, Salesforce, người dùng chỉ cần đăng ký và sử dụng mà không quản lý bất kỳ lớp hạ tầng nào bên dưới. Ba mô hình này khác nhau chủ yếu ở mức độ trách nhiệm quản lý được chuyển giao cho nhà cung cấp dịch vụ đám mây.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