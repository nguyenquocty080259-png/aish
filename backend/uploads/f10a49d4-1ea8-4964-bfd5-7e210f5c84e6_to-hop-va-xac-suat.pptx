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1016000"/>
            <a:ext cx="7874000" cy="2032000"/>
          </a:xfrm>
          <a:prstGeom prst="rect">
            <a:avLst/>
          </a:prstGeom>
        </p:spPr>
        <p:txBody>
          <a:bodyPr anchor="t" rtlCol="false"/>
          <a:lstStyle/>
          <a:p>
            <a:pPr algn="l">
              <a:defRPr/>
            </a:pPr>
            <a:r>
              <a:rPr lang="en-US"/>
              <a:t/>
            </a:r>
            <a:endParaRPr lang="en-US" sz="1100"/>
          </a:p>
          <a:p>
            <a:r>
              <a:rPr lang="en-US" sz="3200" b="true"/>
              <a:t>Tổ hợp và xác suất</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Quy tắc cộng và quy tắc nhân là hai nguyên lý đếm cơ bản: quy tắc cộng áp dụng khi một công việc có thể hoàn thành theo một trong nhiều phương án loại trừ nhau, còn quy tắc nhân áp dụng khi một công việc gồm nhiều giai đoạn liên tiếp độc lập. Từ đó phát triển các khái niệm hoán vị, chỉnh hợp và tổ hợp của n phần tử.</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Hoán vị của n phần tử là số cách sắp xếp có thứ tự tất cả n phần tử, bằng n!. Chỉnh hợp chập k của n phần tử là số cách chọn có thứ tự k trong n phần tử. Tổ hợp chập k của n phần tử là số cách chọn không phân biệt thứ tự k trong n phần tử, ký hiệu C(n,k) = n!/(k!(n-k)!), đóng vai trò nền tảng cho nhị thức Newton.</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Xác suất của một biến cố A trong không gian mẫu hữu hạn đồng khả năng được tính bằng tỉ số giữa số kết quả thuận lợi cho A và tổng số kết quả có thể xảy ra. Các quy tắc cộng xác suất (với biến cố xung khắc) và nhân xác suất (với biến cố độc lập) giúp tính xác suất của các biến cố phức tạp hơn từ các biến cố đơn giản.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