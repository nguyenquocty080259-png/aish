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016000"/>
            <a:ext cx="7874000" cy="203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r>
              <a:rPr lang="en-US" sz="3200" b="true"/>
              <a:t>Ancol và phenol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7874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r>
              <a:rPr lang="en-US" sz="2000"/>
              <a:t>Ancol là hợp chất hữu cơ có nhóm hydroxyl (-OH) liên kết trực tiếp với nguyên tử carbon no. Bậc của ancol được xác định theo bậc của nguyên tử carbon liên kết với nhóm -OH. Ancol có phản ứng đặc trưng với kim loại kiềm giải phóng khí hydrogen và phản ứng ester hóa với acid carboxylic.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7874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r>
              <a:rPr lang="en-US" sz="2000"/>
              <a:t>Phenol là hợp chất hữu cơ có nhóm -OH liên kết trực tiếp với nguyên tử carbon của vòng benzene. Do ảnh hưởng của vòng benzene, nguyên tử H trong nhóm -OH của phenol linh động hơn ancol, thể hiện qua khả năng phản ứng được với dung dịch NaOH, điều mà ancol thông thường không có.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7874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r>
              <a:rPr lang="en-US" sz="2000"/>
              <a:t>Sự khác biệt về tính chất hóa học giữa ancol và phenol xuất phát từ ảnh hưởng qua lại giữa nhóm -OH và gốc hydrocarbon: ở phenol, vòng benzene làm tăng tính acid yếu của nhóm -OH, đồng thời nhóm -OH cũng làm phản ứng thế vào vòng benzene ở phenol dễ dàng hơn so với benzene.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