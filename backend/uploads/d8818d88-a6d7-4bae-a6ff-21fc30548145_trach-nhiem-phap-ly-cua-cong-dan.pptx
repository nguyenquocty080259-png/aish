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1016000"/>
            <a:ext cx="7874000" cy="2032000"/>
          </a:xfrm>
          <a:prstGeom prst="rect">
            <a:avLst/>
          </a:prstGeom>
        </p:spPr>
        <p:txBody>
          <a:bodyPr anchor="t" rtlCol="false"/>
          <a:lstStyle/>
          <a:p>
            <a:pPr algn="l">
              <a:defRPr/>
            </a:pPr>
            <a:r>
              <a:rPr lang="en-US"/>
              <a:t/>
            </a:r>
            <a:endParaRPr lang="en-US" sz="1100"/>
          </a:p>
          <a:p>
            <a:r>
              <a:rPr lang="en-US" sz="3200" b="true"/>
              <a:t>Trách nhiệm pháp lý của công dân</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Trách nhiệm pháp lý là nghĩa vụ mà các cá nhân, tổ chức phải gánh chịu hậu quả bất lợi từ hành vi vi phạm pháp luật của mình, được áp dụng bởi cơ quan nhà nước có thẩm quyền theo quy định của pháp luật.</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Căn cứ vào tính chất và mức độ vi phạm, trách nhiệm pháp lý được chia thành các loại: trách nhiệm hình sự (áp dụng đối với tội phạm), trách nhiệm hành chính (áp dụng đối với vi phạm hành chính), trách nhiệm dân sự (áp dụng khi vi phạm nghĩa vụ dân sự, hợp đồng) và trách nhiệm kỷ luật.</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Việc quy định trách nhiệm pháp lý nhằm mục đích trừng phạt, giáo dục người vi phạm, đồng thời răn đe, phòng ngừa chung đối với xã hội, góp phần bảo đảm trật tự, kỷ cương xã hội và bảo vệ quyền, lợi ích hợp pháp của các chủ thể khác trong xã hội.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