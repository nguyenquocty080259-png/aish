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Xây dựng và định vị thương hiệu (Brand Positioning)</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Định vị thương hiệu (brand positioning) là quá trình tạo dựng một vị trí riêng biệt, rõ ràng trong tâm trí khách hàng mục tiêu so với các đối thủ cạnh tranh, trả lời câu hỏi thương hiệu đại diện cho điều gì và tại sao khách hàng nên lựa chọn thương hiệu đó thay vì các lựa chọn khác.</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Một tuyên bố định vị (positioning statement) hiệu quả thường xác định rõ bốn yếu tố: đối tượng khách hàng mục tiêu, ngành hàng hoặc bối cảnh cạnh tranh, lợi ích cốt lõi khác biệt mà thương hiệu mang lại (unique value proposition), và lý do khách hàng có thể tin tưởng vào lợi ích đó (reason to believe).</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Bộ nhận diện thương hiệu (brand identity) gồm các yếu tố hữu hình như logo, màu sắc, phông chữ, giọng điệu truyền thông (tone of voice) cần được thể hiện nhất quán trên mọi điểm chạm với khách hàng, góp phần củng cố nhận thức và sự ghi nhớ về định vị thương hiệu đã xây dựng theo thời gian.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