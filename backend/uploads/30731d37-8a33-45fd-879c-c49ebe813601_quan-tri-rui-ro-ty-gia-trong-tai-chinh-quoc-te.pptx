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Quản trị rủi ro tỷ giá trong tài chính quốc tế</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Rủi ro tỷ giá (exchange rate risk) là rủi ro phát sinh khi giá trị của các khoản thu, chi hoặc tài sản, nợ phải trả bằng ngoại tệ biến động do sự thay đổi của tỷ giá hối đoái, ảnh hưởng trực tiếp đến lợi nhuận và dòng tiền của doanh nghiệp có hoạt động kinh doanh quốc tế.</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Rủi ro tỷ giá được phân thành ba loại chính: rủi ro giao dịch (transaction risk) phát sinh từ các hợp đồng mua bán cụ thể bằng ngoại tệ, rủi ro chuyển đổi (translation risk) phát sinh khi hợp nhất báo cáo tài chính của công ty con ở nước ngoài, và rủi ro kinh tế (economic risk) ảnh hưởng đến giá trị doanh nghiệp trong dài hạn.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Các công cụ phòng ngừa rủi ro tỷ giá phổ biến gồm hợp đồng kỳ hạn (forward contract - khóa tỷ giá cho một giao dịch trong tương lai), hợp đồng quyền chọn (option - có quyền nhưng không bắt buộc thực hiện giao dịch theo tỷ giá đã thỏa thuận) và hợp đồng hoán đổi (swap), giúp doanh nghiệp ổn định dòng tiền trước biến động tỷ giá.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