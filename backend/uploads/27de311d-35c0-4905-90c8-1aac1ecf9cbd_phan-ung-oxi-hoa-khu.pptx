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Phản ứng oxi hóa - khử</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Phản ứng oxi hóa - khử là phản ứng hóa học trong đó có sự chuyển electron giữa các chất phản ứng, thể hiện qua sự thay đổi số oxi hóa của các nguyên tố. Chất khử là chất nhường electron (số oxi hóa tăng), chất oxi hóa là chất nhận electron (số oxi hóa giảm).</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Để lập phương trình phản ứng oxi hóa - khử, phương pháp thăng bằng electron được sử dụng phổ biến: xác định số oxi hóa thay đổi, viết quá trình oxi hóa và quá trình khử riêng biệt, sau đó cân bằng sao cho tổng số electron nhường bằng tổng số electron nhận.</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Phản ứng oxi hóa - khử có ứng dụng rộng rãi trong đời sống và sản xuất, như quá trình luyện kim (khử oxit kim loại), pin điện hóa (chuyển hóa năng lượng hóa học thành điện năng), và các phản ứng đốt cháy nhiên liệu cung cấp năng lượng cho động cơ và sinh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