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Nghị luận xã hội: Lý tưởng sống của thanh niên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Lý tưởng sống là mục tiêu cao đẹp mà con người hướng tới, là kim chỉ nam định hướng hành động và lựa chọn trong cuộc sống. Đối với thanh niên - lực lượng nòng cốt của xã hội, việc xác định lý tưởng sống đúng đắn có ý nghĩa quyết định đến sự phát triển của bản thân và đóng góp cho cộng đồng.</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Trong bối cảnh hội nhập và chuyển đổi số hiện nay, lý tưởng sống của thanh niên cần gắn liền với tinh thần học tập suốt đời, dám nghĩ dám làm, dám chịu trách nhiệm, đồng thời không quên trách nhiệm với gia đình, cộng đồng và đất nước, tránh lối sống thực dụng, hưởng thụ đơn thuần.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Để nuôi dưỡng lý tưởng sống đẹp, mỗi thanh niên cần rèn luyện bản lĩnh, trau dồi tri thức và đạo đức, đồng thời cần môi trường giáo dục, gia đình và xã hội định hướng đúng đắn, tạo điều kiện để thế hệ trẻ phát huy năng lực, cống hiến cho sự phát triển chung của đất nước.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