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03120"/>
            <a:ext cx="109728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JUnit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Testing for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kiểm thử cho 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SWT301 – Lab 1  |  Team 2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Trọng Thuận  •  Đặng Lê Khang  •  Cao Nhật Lâm  •  Trần Vũ Đình Lăng  •  Nguyễn Kiều Khánh Nguyên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/ Tổng quan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is an open-source testing framework for Java. It provides annotations, assertions, and test runners.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là framework kiểm thử mã nguồn mở cho Java, cung cấp annotation, assertion và test runner.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unit testing, catches bugs early, improves code quality and enables continuous integration.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kiểm thử, phát hiện lỗi sớm, cải thiện chất lượng code và hỗ trợ CI/CD.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&amp; Who Uses It / Lịch sử &amp; Ai dùng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1997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0" cy="59436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Kent Beck &amp; Erich Gamma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ra bởi Kent Beck &amp; Erich Gamma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2002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0" cy="59436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3.x – Widely adopted in Java world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3.x – Phổ biến rộng rãi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2006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0" cy="59436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– Annotations introduced (@Test, @Before...)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– Ra đời annotation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2017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0" cy="59436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(Jupiter) – Modular, modern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– Kiến trúc hiện đại, module hóa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822960"/>
            <a:ext cx="2651760" cy="4023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822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USES?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13258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/ VMware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Foundation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Software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 Kiến trúc JUnit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731520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960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chạy test trên JVM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3383280" cy="777240"/>
          </a:xfrm>
          <a:prstGeom prst="rect">
            <a:avLst/>
          </a:prstGeom>
          <a:solidFill>
            <a:srgbClr val="2A3F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Jupiter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viết test mới (JUnit 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3383280" cy="777240"/>
          </a:xfrm>
          <a:prstGeom prst="rect">
            <a:avLst/>
          </a:prstGeom>
          <a:solidFill>
            <a:srgbClr val="5E6FA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Vintage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thích JUnit 3/4 cũ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691640"/>
            <a:ext cx="0" cy="27432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/ Thành phần chính: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337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  –  Đánh dấu method là test case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7647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76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@BeforeEach / @AfterEach  –  Chạy trước/sau mỗi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15384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2153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@BeforeAll / @AfterAll  –  Chạy 1 lần trước/sau toàn bộ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337560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337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 –  So sánh kết quả expected vs actual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77647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776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Runners  –  Thực thi và báo cáo kết quả test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Pros · Cons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005840"/>
          </a:xfrm>
          <a:prstGeom prst="rect">
            <a:avLst/>
          </a:prstGeom>
          <a:solidFill>
            <a:srgbClr val="2A3F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(dễ đọc, dễ viết)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1005840"/>
          </a:xfrm>
          <a:prstGeom prst="rect">
            <a:avLst/>
          </a:prstGeom>
          <a:solidFill>
            <a:srgbClr val="2A3F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04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Maven,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Gradle, CI/CD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1005840"/>
          </a:xfrm>
          <a:prstGeom prst="rect">
            <a:avLst/>
          </a:prstGeom>
          <a:solidFill>
            <a:srgbClr val="2A3F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04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1005840"/>
          </a:xfrm>
          <a:prstGeom prst="rect">
            <a:avLst/>
          </a:prstGeom>
          <a:solidFill>
            <a:srgbClr val="2A3F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04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Vintage: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thích ngược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20240"/>
            <a:ext cx="3931920" cy="4114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PROS / Ưu điểm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23774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 / Miễn phí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support tốt (VS Code, Eclipse, IntelliJ)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học, cú pháp rõ ràng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CI/CD (Jenkins, GitHub 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lớn, tài liệu phong phú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9202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920240"/>
            <a:ext cx="393192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CONS / Nhược điểm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3774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dành cho unit test (không phải E2E)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kết hợp Mockito cho mock objects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có learning curve nhất định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hỗ trợ test song song dễ dàng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Detail / Chi tiết tính năng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920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assertEquals(expected, actual)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assertTrue / assertFalse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assertThrows(Exception.class, ...)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assertAll() – nhóm nhiều assertion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1920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686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Annotations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@BeforeEach – chạy trước mỗi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@AfterEach – chạy sau mỗi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@BeforeAll / @AfterAll (static)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@Disabled – tạm bỏ qua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73152" cy="1920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260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@ParameterizedTest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@ValueSource(ints = {1, 2, 3})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@CsvSource – nhiều bộ dữ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code lặp lại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73152" cy="1920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260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Organization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@DisplayName – đặt tên dễ đọc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@Nested – nhóm test liên quan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@Tag – phân loại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@TestMethodOrder – sắp xếp thứ tự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 1 / Kịch bản Demo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with TestNG – Calculator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đơn vị với TestNG – Lớp Calculator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5303520" cy="3383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Junit.java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Junit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sayHello() { return "Hello, World!";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add(int a, int b) { return a + b;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isEven(int n) { return n % 2 == 0;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JunitTest.java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org.testng.Assert;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org.testng.annotations.Test;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JunitTest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testSayHello()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Assert.assertEquals(new Junit().sayHello(), "Hello, World!");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testAdd()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Assert.assertEquals(new Junit().add(2, 3), 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3108960" cy="3383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mong đợi: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14884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testSayHello()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0956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283464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testAdd()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352044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testIsEven()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3520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420624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testAdd() [wrong]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 2 / Kịch bản Demo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&amp; Edge Case Testing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ngoại lệ và trường hợp đặc biệt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5303520" cy="3383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Junit.java – thêm method divide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divide(double a, double b)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 == 0) throw new ArithmeticException("Divide by zero");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 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JunitTest.java – test 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testDivide()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Assert.assertEquals(new Junit().divide(10, 2), 5.0);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@Test(expectedExceptions = ArithmeticException.class)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testDivideByZero()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Junit().divide(10, 0); // Must throw!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3108960" cy="3383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/ Bộ test: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05740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divide(10,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2668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5.0 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274320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divide(10, 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2668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342900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429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isEven(4)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4114800"/>
            <a:ext cx="2926080" cy="548640"/>
          </a:xfrm>
          <a:prstGeom prst="rect">
            <a:avLst/>
          </a:prstGeom>
          <a:solidFill>
            <a:srgbClr val="243056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isEven(3)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References / Tham khảo thực tế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test suite dùng JUnit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test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Commons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JUnit từ phiên bản đầu tiên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thư viện Java chuẩn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Guava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Truth assertions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nghìn unit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JUnit trong quy trình CI/CD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enterprise Java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trường ĐH CNTT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 SWT301, SWT302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 kiểm thử phần mềm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2743200" cy="4114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OSS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JUnit 5 + Mockito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microservices Java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A3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1828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 lắng nghe!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là công cụ kiểm thử không thể thiếu cho Java developer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(Jupiter) mang kiến trúc hiện đại, linh hoạt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tích hợp với VS Code, Maven, CI/CD pipeline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phát hiện lỗi sớm, tăng chất lượng phần mềm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|  SWT301 Lab 1  | 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Trọng Thuận · Đặng Lê Khang · Cao Nhật Lâm · Trần Vũ Đình Lăng · Nguyễn Kiều Khánh Nguyên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JUnit</dc:title>
  <dc:subject>PptxGenJS Presentation</dc:subject>
  <dc:creator>PptxGenJS</dc:creator>
  <cp:lastModifiedBy>PptxGenJS</cp:lastModifiedBy>
  <cp:revision>1</cp:revision>
  <dcterms:created xsi:type="dcterms:W3CDTF">2026-05-23T07:17:09Z</dcterms:created>
  <dcterms:modified xsi:type="dcterms:W3CDTF">2026-05-23T07:17:09Z</dcterms:modified>
</cp:coreProperties>
</file>